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notesMasterIdLst>
    <p:notesMasterId r:id="rId16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notesMaster" Target="notesMasters/notesMaster1.xml"/><Relationship Id="rId17" Type="http://schemas.openxmlformats.org/officeDocument/2006/relationships/presProps" Target="presProps.xml"/><Relationship Id="rId18" Type="http://schemas.openxmlformats.org/officeDocument/2006/relationships/viewProps" Target="viewProps.xml"/><Relationship Id="rId19" Type="http://schemas.openxmlformats.org/officeDocument/2006/relationships/theme" Target="theme/theme1.xml"/><Relationship Id="rId2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8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9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0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</vt:vector>
  </TitlesOfParts>
  <Company>Created by Marp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🚀 SakuCerdas</dc:title>
  <dc:subject>PptxGenJS Presentation</dc:subject>
  <dc:creator>Created by Marp</dc:creator>
  <cp:lastModifiedBy>Created by Marp</cp:lastModifiedBy>
  <cp:revision>1</cp:revision>
  <dcterms:created xsi:type="dcterms:W3CDTF">2026-04-04T14:05:31Z</dcterms:created>
  <dcterms:modified xsi:type="dcterms:W3CDTF">2026-04-04T14:05:31Z</dcterms:modified>
</cp:coreProperties>
</file>